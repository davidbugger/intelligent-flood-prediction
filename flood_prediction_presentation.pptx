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Flood Prediction — Nigerian Coastal Cities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MSc Artificial Intelligence — Project Pipeline &amp; Results</a:t>
            </a:r>
          </a:p>
          <a:p>
            <a:r>
              <a:t>[Your Name Here]</a:t>
            </a:r>
          </a:p>
          <a:p>
            <a:r>
              <a:t>[Date Here]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Nigerian Coastal Floods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 for Intelligent Early Warning Systems</a:t>
            </a:r>
          </a:p>
          <a:p>
            <a:r>
              <a:t>• Frequent flooding in cities like Lagos and Port Harcourt.</a:t>
            </a:r>
          </a:p>
          <a:p>
            <a:r>
              <a:t>• Impact: Infrastructure damage, economic loss, and risk to life.</a:t>
            </a:r>
          </a:p>
          <a:p>
            <a:r>
              <a:t>• Need: Shift from reactive response to proactive AI-driven alerts.</a:t>
            </a:r>
          </a:p>
          <a:p>
            <a:r>
              <a:t>• Goal: Develop a pipeline for reliable flood risk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Multi-Source 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Integrating diverse data formats and sources:</a:t>
            </a:r>
          </a:p>
          <a:p>
            <a:r>
              <a:t>• Rainfall: World Bank (1901–2024), CHIRPS, and Kaggle (Lagos).</a:t>
            </a:r>
          </a:p>
          <a:p>
            <a:r>
              <a:t>• Sea Levels: PSMSL Station 162/404 recordings.</a:t>
            </a:r>
          </a:p>
          <a:p>
            <a:r>
              <a:t>• Tide Data: UHSLC Station 233.</a:t>
            </a:r>
          </a:p>
          <a:p>
            <a:r>
              <a:t>• Geospatial: USGS SRTM Digital Elevation Models (DEM).</a:t>
            </a:r>
          </a:p>
          <a:p>
            <a:r>
              <a:t>• Labels: Historical flood events from Dartmouth Flood Observatory &amp; EM-DAT.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Rainfall Seasonality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Observations:</a:t>
            </a:r>
          </a:p>
          <a:p>
            <a:r>
              <a:t>• Well-defined wet season (Apr-Oct).</a:t>
            </a:r>
          </a:p>
          <a:p>
            <a:r>
              <a:t>• Annual variability in precipitation.</a:t>
            </a:r>
          </a:p>
          <a:p>
            <a:r>
              <a:t>• Moderate rising trend in mean sea level.</a:t>
            </a:r>
          </a:p>
        </p:txBody>
      </p:sp>
      <p:pic>
        <p:nvPicPr>
          <p:cNvPr id="4" name="Picture 3" descr="02_monthly_season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41148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raw data into predictive features:</a:t>
            </a:r>
          </a:p>
          <a:p>
            <a:r>
              <a:t>• Temporal Accumulation: 3, 7, 14, and 30-day cumulative rainfall lags.</a:t>
            </a:r>
          </a:p>
          <a:p>
            <a:r>
              <a:t>• Tide Statistics: Moving averages and max tide levels over 7-day windows.</a:t>
            </a:r>
          </a:p>
          <a:p>
            <a:r>
              <a:t>• Flags: Wet season indicator and heavy rain intensity thresholds.</a:t>
            </a:r>
          </a:p>
          <a:p>
            <a:r>
              <a:t>• Handling Imbalance: Temporal splitting &amp; Positional Weights.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A: XGBoost (Gradient Boosting)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Classifier:</a:t>
            </a:r>
          </a:p>
          <a:p>
            <a:r>
              <a:t>• Fast, robust to outliers.</a:t>
            </a:r>
          </a:p>
          <a:p>
            <a:r>
              <a:t>• Handles class imbalance via scale_pos_weight.</a:t>
            </a:r>
          </a:p>
          <a:p>
            <a:r>
              <a:t>• Highly interpretable outputs.</a:t>
            </a:r>
          </a:p>
        </p:txBody>
      </p:sp>
      <p:pic>
        <p:nvPicPr>
          <p:cNvPr id="4" name="Picture 3" descr="07_xgboos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B: LSTM (Deep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Capturing Temporal Dependencies:</a:t>
            </a:r>
          </a:p>
          <a:p>
            <a:r>
              <a:t>• Architecture: Sequential LSTM with Dropout &amp; BatchNorm.</a:t>
            </a:r>
          </a:p>
          <a:p>
            <a:r>
              <a:t>• Input Window: 14-day sliding lookback sequence.</a:t>
            </a:r>
          </a:p>
          <a:p>
            <a:r>
              <a:t>• Purpose: Learn the 'build-up' phase leading to flood incidents.</a:t>
            </a:r>
          </a:p>
        </p:txBody>
      </p:sp>
      <p:pic>
        <p:nvPicPr>
          <p:cNvPr id="4" name="Picture 3" descr="08_lstm_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114800"/>
            <a:ext cx="3657600" cy="1306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Early Warning System (EWS)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Operating Procedures (SOP):</a:t>
            </a:r>
          </a:p>
          <a:p>
            <a:r>
              <a:t>🟢 GREEN (&lt;35%): Normal monitoring.</a:t>
            </a:r>
          </a:p>
          <a:p>
            <a:r>
              <a:t>🟡 AMBER (35-65%): Heightened alert, drainage preparation.</a:t>
            </a:r>
          </a:p>
          <a:p>
            <a:r>
              <a:t>🔴 RED (&gt;65%): Evacuation &amp; Emergency response activation.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Testing: Model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Validating model response across risk levels:</a:t>
            </a:r>
          </a:p>
          <a:p>
            <a:r>
              <a:t>🔴 HIGH RISK (July Scenario):</a:t>
            </a:r>
          </a:p>
          <a:p>
            <a:r>
              <a:t>   - Monthly total rain 500mm, Daily rain 190mm, High Sea Level (7.25m).</a:t>
            </a:r>
          </a:p>
          <a:p>
            <a:r>
              <a:t>   - Result: Significant Flood Probability (&gt;80%), Red Alert Triggered.</a:t>
            </a:r>
          </a:p>
          <a:p>
            <a:r>
              <a:t>🟢 LOW RISK (Baseline Scenario):</a:t>
            </a:r>
          </a:p>
          <a:p>
            <a:r>
              <a:t>   - Daily rain 10mm, Monthly total rain 40mm.</a:t>
            </a:r>
          </a:p>
          <a:p>
            <a:r>
              <a:t>   - Result: Low Probability (~15%), Green Alert Status.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Backend &amp;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Operationalizing the Research:</a:t>
            </a:r>
          </a:p>
          <a:p>
            <a:r>
              <a:t>• REST API: High-performance endpoint for real-time risk scoring.</a:t>
            </a:r>
          </a:p>
          <a:p>
            <a:r>
              <a:t>• Smart Defaults: Automatically fills sea level and seasonality metadata.</a:t>
            </a:r>
          </a:p>
          <a:p>
            <a:r>
              <a:t>• Integration: Connected to a modern Next.js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Work:</a:t>
            </a:r>
          </a:p>
          <a:p>
            <a:r>
              <a:t>• Successfully built an end-to-end Nigerian coastal flood pipeline.</a:t>
            </a:r>
          </a:p>
          <a:p>
            <a:r>
              <a:t>• Combined traditional ML with sequence-based Deep Learning.</a:t>
            </a:r>
          </a:p>
          <a:p>
            <a:br/>
            <a:r>
              <a:t>Future Work:</a:t>
            </a:r>
          </a:p>
          <a:p>
            <a:r>
              <a:t>• Incorporation of Sentinel-1/2 satellite imagery.</a:t>
            </a:r>
          </a:p>
          <a:p>
            <a:r>
              <a:t>• Expansion to Abuja/Kano and riverine flooding (Benue/Niger).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